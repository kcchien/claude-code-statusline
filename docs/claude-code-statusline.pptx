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726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828800" y="3840480"/>
            <a:ext cx="1463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claude-code-statusline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0" y="5029200"/>
            <a:ext cx="1280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beautiful, information-dense status line for Claude 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0" y="6400800"/>
            <a:ext cx="73152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6400800"/>
            <a:ext cx="731520" cy="320040"/>
          </a:xfrm>
          <a:prstGeom prst="rect">
            <a:avLst/>
          </a:prstGeom>
          <a:solidFill>
            <a:srgbClr val="74C359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6400800"/>
            <a:ext cx="731520" cy="320040"/>
          </a:xfrm>
          <a:prstGeom prst="rect">
            <a:avLst/>
          </a:prstGeom>
          <a:solidFill>
            <a:srgbClr val="BABA40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6400800"/>
            <a:ext cx="731520" cy="3200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6400800"/>
            <a:ext cx="731520" cy="320040"/>
          </a:xfrm>
          <a:prstGeom prst="rect">
            <a:avLst/>
          </a:prstGeom>
          <a:solidFill>
            <a:srgbClr val="EFA11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0" y="6400800"/>
            <a:ext cx="731520" cy="320040"/>
          </a:xfrm>
          <a:prstGeom prst="rect">
            <a:avLst/>
          </a:prstGeom>
          <a:solidFill>
            <a:srgbClr val="EC7E22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6400800"/>
            <a:ext cx="731520" cy="320040"/>
          </a:xfrm>
          <a:prstGeom prst="rect">
            <a:avLst/>
          </a:prstGeom>
          <a:solidFill>
            <a:srgbClr val="E9652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6400800"/>
            <a:ext cx="73152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solidFill>
            <a:srgbClr val="D34232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0080" y="6400800"/>
            <a:ext cx="7315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77724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github.com/kcchien/claude-code-statusline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0" y="9646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26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459200" y="9646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1554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預設的狀態列只顯示目錄名和 Git 分支。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在長時間 session 中，你真正需要知道的是：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00400"/>
            <a:ext cx="15544800" cy="1097280"/>
          </a:xfrm>
          <a:prstGeom prst="rect">
            <a:avLst/>
          </a:prstGeom>
          <a:solidFill>
            <a:srgbClr val="252736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338328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my-project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main*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50292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上下文快用完了嗎？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57150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 session 花了多少錢？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6400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64008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速率限制還夠嗎？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7086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11680" y="70866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我改了多少行程式碼？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26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459200" y="9646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1554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三種狀態，一目了然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15544800" cy="2011680"/>
          </a:xfrm>
          <a:prstGeom prst="rect">
            <a:avLst/>
          </a:prstGeom>
          <a:solidFill>
            <a:srgbClr val="252736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— 42%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26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indent="0" marL="0">
              <a:buNone/>
            </a:pPr>
            <a:r>
              <a:rPr lang="en-US" sz="1500" dirty="0">
                <a:solidFill>
                  <a:srgbClr val="5BC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Opus 4.6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░░░░░░</a:t>
            </a:r>
            <a:pPr indent="0" marL="0">
              <a:buNone/>
            </a:pPr>
            <a:r>
              <a:rPr lang="en-US" sz="15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42%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$0.85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3m42s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5h:15%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301752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⎇main*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+150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-30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my-project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4389120"/>
            <a:ext cx="15544800" cy="2011680"/>
          </a:xfrm>
          <a:prstGeom prst="rect">
            <a:avLst/>
          </a:prstGeom>
          <a:solidFill>
            <a:srgbClr val="252736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— 75%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493776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26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indent="0" marL="0">
              <a:buNone/>
            </a:pPr>
            <a:r>
              <a:rPr lang="en-US" sz="1500" dirty="0">
                <a:solidFill>
                  <a:srgbClr val="5BC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Sonnet 4.6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░░░</a:t>
            </a:r>
            <a:pPr indent="0" marL="0">
              <a:buNone/>
            </a:pPr>
            <a:r>
              <a:rPr lang="en-US" sz="150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75%</a:t>
            </a:r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200k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$3.20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12m5s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548640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⎇feat/auth*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+280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-45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my-project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6858000"/>
            <a:ext cx="15544800" cy="2011680"/>
          </a:xfrm>
          <a:prstGeom prst="rect">
            <a:avLst/>
          </a:prstGeom>
          <a:solidFill>
            <a:srgbClr val="252736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45920" y="6949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Danger — 92% 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740664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26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indent="0" marL="0">
              <a:buNone/>
            </a:pPr>
            <a:r>
              <a:rPr lang="en-US" sz="1500" dirty="0">
                <a:solidFill>
                  <a:srgbClr val="5BC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Opus 4.6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█████████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░</a:t>
            </a:r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92% ⚠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$15.30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45m12s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5h:85%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795528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⎇main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+500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-120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</a:t>
            </a:r>
            <a:pPr indent="0" marL="0">
              <a:buNone/>
            </a:pPr>
            <a:r>
              <a:rPr lang="en-US" sz="15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api-server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26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459200" y="9646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554480" y="1645920"/>
            <a:ext cx="4754880" cy="292608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645920"/>
            <a:ext cx="54864" cy="2926080"/>
          </a:xfrm>
          <a:prstGeom prst="rect">
            <a:avLst/>
          </a:prstGeom>
          <a:solidFill>
            <a:srgbClr val="7266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True-color Gradient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28346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每格獨立上色的漸層進度條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從綠到黃到紅，一眼感受緊迫度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0" y="1645920"/>
            <a:ext cx="4754880" cy="292608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1645920"/>
            <a:ext cx="54864" cy="2926080"/>
          </a:xfrm>
          <a:prstGeom prst="rect">
            <a:avLst/>
          </a:prstGeom>
          <a:solidFill>
            <a:srgbClr val="7266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Hiding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132320" y="28346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零值自動隱藏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起始時乾乾淨淨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1978640" y="1645920"/>
            <a:ext cx="4754880" cy="292608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978640" y="1645920"/>
            <a:ext cx="54864" cy="2926080"/>
          </a:xfrm>
          <a:prstGeom prst="rect">
            <a:avLst/>
          </a:prstGeom>
          <a:solidFill>
            <a:srgbClr val="7266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20116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2344400" y="28346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單次 jq 解析 + Git 快取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完全無感延遲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554480" y="5029200"/>
            <a:ext cx="4754880" cy="292608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554480" y="5029200"/>
            <a:ext cx="54864" cy="2926080"/>
          </a:xfrm>
          <a:prstGeom prst="rect">
            <a:avLst/>
          </a:prstGeom>
          <a:solidFill>
            <a:srgbClr val="7266E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53949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60320" y="5349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Rendering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920240" y="62179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color → ANSI 256 → ASCII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任何終端機都能用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766560" y="5029200"/>
            <a:ext cx="4754880" cy="292608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66560" y="5029200"/>
            <a:ext cx="54864" cy="2926080"/>
          </a:xfrm>
          <a:prstGeom prst="rect">
            <a:avLst/>
          </a:prstGeom>
          <a:solidFill>
            <a:srgbClr val="7266E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539496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772400" y="5349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Worktree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7132320" y="62179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子代理和工作樹狀態指示器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知道自己在哪個 session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11978640" y="5029200"/>
            <a:ext cx="4754880" cy="292608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1978640" y="5029200"/>
            <a:ext cx="54864" cy="2926080"/>
          </a:xfrm>
          <a:prstGeom prst="rect">
            <a:avLst/>
          </a:prstGeom>
          <a:solidFill>
            <a:srgbClr val="7266E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0" y="539496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984480" y="5349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3.2 Compatible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12344400" y="62179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預設 bash 完全相容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零額外依賴（只要 jq）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26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459200" y="9646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Progress Bar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每一格都有獨立的 RGB 色值，形成從綠到紅的平滑漸層。不用讀數字，用餘光就知道狀態。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1463040" cy="164592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#2ECC71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44368" y="2560320"/>
            <a:ext cx="1463040" cy="1645920"/>
          </a:xfrm>
          <a:prstGeom prst="rect">
            <a:avLst/>
          </a:prstGeom>
          <a:solidFill>
            <a:srgbClr val="74C359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4368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4368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#74C359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17136" y="2560320"/>
            <a:ext cx="1463040" cy="1645920"/>
          </a:xfrm>
          <a:prstGeom prst="rect">
            <a:avLst/>
          </a:prstGeom>
          <a:solidFill>
            <a:srgbClr val="BABA4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7136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7136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#BABA40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9904" y="2560320"/>
            <a:ext cx="1463040" cy="1645920"/>
          </a:xfrm>
          <a:prstGeom prst="rect">
            <a:avLst/>
          </a:prstGeom>
          <a:solidFill>
            <a:srgbClr val="F1C40F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9904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9904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#F1C40F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62672" y="2560320"/>
            <a:ext cx="1463040" cy="1645920"/>
          </a:xfrm>
          <a:prstGeom prst="rect">
            <a:avLst/>
          </a:prstGeom>
          <a:solidFill>
            <a:srgbClr val="EFA118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62672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62672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#EFA118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235440" y="2560320"/>
            <a:ext cx="1463040" cy="1645920"/>
          </a:xfrm>
          <a:prstGeom prst="rect">
            <a:avLst/>
          </a:prstGeom>
          <a:solidFill>
            <a:srgbClr val="EC7E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35440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#EC7E22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808208" y="2560320"/>
            <a:ext cx="1463040" cy="1645920"/>
          </a:xfrm>
          <a:prstGeom prst="rect">
            <a:avLst/>
          </a:prstGeom>
          <a:solidFill>
            <a:srgbClr val="E9652C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808208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08208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#E9652C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380976" y="2560320"/>
            <a:ext cx="1463040" cy="164592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380976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80976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#E74C3C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953744" y="2560320"/>
            <a:ext cx="1463040" cy="1645920"/>
          </a:xfrm>
          <a:prstGeom prst="rect">
            <a:avLst/>
          </a:prstGeom>
          <a:solidFill>
            <a:srgbClr val="D3423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3953744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953744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#D34232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526512" y="2560320"/>
            <a:ext cx="1463040" cy="16459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5526512" y="4343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526512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#C0392B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三層渲染退回機制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1371600" y="6400800"/>
            <a:ext cx="15544800" cy="822960"/>
          </a:xfrm>
          <a:prstGeom prst="rect">
            <a:avLst/>
          </a:prstGeom>
          <a:solidFill>
            <a:srgbClr val="252736"/>
          </a:solidFill>
          <a:ln/>
        </p:spPr>
      </p:sp>
      <p:sp>
        <p:nvSpPr>
          <p:cNvPr id="38" name="Text 36"/>
          <p:cNvSpPr/>
          <p:nvPr/>
        </p:nvSpPr>
        <p:spPr>
          <a:xfrm>
            <a:off x="1645920" y="6492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Color (24-bit)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943600" y="6492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</a:t>
            </a:r>
            <a:pPr indent="0" marL="0">
              <a:buNone/>
            </a:pPr>
            <a:r>
              <a:rPr lang="en-US" sz="1600" dirty="0">
                <a:solidFill>
                  <a:srgbClr val="BAB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</a:t>
            </a:r>
            <a:pPr indent="0" marL="0">
              <a:buNone/>
            </a:pPr>
            <a:r>
              <a:rPr lang="en-US" sz="160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</a:t>
            </a:r>
            <a:pPr indent="0" marL="0">
              <a:buNone/>
            </a:pPr>
            <a:r>
              <a:rPr lang="en-US" sz="1600" dirty="0">
                <a:solidFill>
                  <a:srgbClr val="EC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░░░░░░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972800" y="6492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每格獨立漸層色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371600" y="7406640"/>
            <a:ext cx="15544800" cy="822960"/>
          </a:xfrm>
          <a:prstGeom prst="rect">
            <a:avLst/>
          </a:prstGeom>
          <a:solidFill>
            <a:srgbClr val="252736"/>
          </a:solidFill>
          <a:ln/>
        </p:spPr>
      </p:sp>
      <p:sp>
        <p:nvSpPr>
          <p:cNvPr id="42" name="Text 40"/>
          <p:cNvSpPr/>
          <p:nvPr/>
        </p:nvSpPr>
        <p:spPr>
          <a:xfrm>
            <a:off x="1645920" y="7498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256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943600" y="7498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████░░░░░░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72800" y="7498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單色填滿（綠/黃/紅）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371600" y="8412480"/>
            <a:ext cx="15544800" cy="822960"/>
          </a:xfrm>
          <a:prstGeom prst="rect">
            <a:avLst/>
          </a:prstGeom>
          <a:solidFill>
            <a:srgbClr val="252736"/>
          </a:solidFill>
          <a:ln/>
        </p:spPr>
      </p:sp>
      <p:sp>
        <p:nvSpPr>
          <p:cNvPr id="46" name="Text 44"/>
          <p:cNvSpPr/>
          <p:nvPr/>
        </p:nvSpPr>
        <p:spPr>
          <a:xfrm>
            <a:off x="1645920" y="8503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943600" y="8503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####------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72800" y="8503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ASCII，任何環境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26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459200" y="9646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2743200" cy="182880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828800"/>
            <a:ext cx="2743200" cy="54864"/>
          </a:xfrm>
          <a:prstGeom prst="rect">
            <a:avLst/>
          </a:prstGeom>
          <a:solidFill>
            <a:srgbClr val="7266E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26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via stdin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2743200" cy="182880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828800"/>
            <a:ext cx="2743200" cy="54864"/>
          </a:xfrm>
          <a:prstGeom prst="rect">
            <a:avLst/>
          </a:prstGeom>
          <a:solidFill>
            <a:srgbClr val="5BC0D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 (single call)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C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72400" y="1828800"/>
            <a:ext cx="2743200" cy="182880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0" y="1828800"/>
            <a:ext cx="27432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Cache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5s TTL, ~0ms hit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972800" y="1828800"/>
            <a:ext cx="2743200" cy="182880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00" y="1828800"/>
            <a:ext cx="2743200" cy="54864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Assembly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條件性組裝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0" y="2377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4173200" y="1828800"/>
            <a:ext cx="2743200" cy="182880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173200" y="1828800"/>
            <a:ext cx="2743200" cy="54864"/>
          </a:xfrm>
          <a:prstGeom prst="rect">
            <a:avLst/>
          </a:prstGeom>
          <a:solidFill>
            <a:srgbClr val="EC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1417320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 '%b'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 output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0" y="4572000"/>
            <a:ext cx="12801600" cy="2286000"/>
          </a:xfrm>
          <a:prstGeom prst="rect">
            <a:avLst/>
          </a:prstGeom>
          <a:solidFill>
            <a:srgbClr val="1C1D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0" y="4572000"/>
            <a:ext cx="54864" cy="2286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50ms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320040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 解析 14 個欄位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dirty check（5 秒快取）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條件性組裝 + ANSI 輸出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3.2 Gotchas We Solved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371600" y="7955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IFS+read 合併空欄位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71600" y="8412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改用每行一值 + 逐行 read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7955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$() 吞尾部換行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8412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加 "END" 哨兵值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344400" y="7955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UTF-8 substring 不一致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344400" y="8412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查找表取代字串截取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26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459200" y="9646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1554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三步完成，一分鐘搞定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731520" cy="731520"/>
          </a:xfrm>
          <a:prstGeom prst="ellipse">
            <a:avLst/>
          </a:prstGeom>
          <a:solidFill>
            <a:srgbClr val="7266E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7744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77440" y="2926080"/>
            <a:ext cx="13716000" cy="640080"/>
          </a:xfrm>
          <a:prstGeom prst="rect">
            <a:avLst/>
          </a:prstGeom>
          <a:solidFill>
            <a:srgbClr val="25273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971800"/>
            <a:ext cx="1325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https://github.com/kcchien/claude-code-statusline.git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4572000"/>
            <a:ext cx="731520" cy="731520"/>
          </a:xfrm>
          <a:prstGeom prst="ellipse">
            <a:avLst/>
          </a:prstGeom>
          <a:solidFill>
            <a:srgbClr val="7266E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572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77440" y="4572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377440" y="5394960"/>
            <a:ext cx="13716000" cy="640080"/>
          </a:xfrm>
          <a:prstGeom prst="rect">
            <a:avLst/>
          </a:prstGeom>
          <a:solidFill>
            <a:srgbClr val="252736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5440680"/>
            <a:ext cx="1325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claude-code-statusline &amp;&amp; ./install.sh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7040880"/>
            <a:ext cx="731520" cy="731520"/>
          </a:xfrm>
          <a:prstGeom prst="ellipse">
            <a:avLst/>
          </a:prstGeom>
          <a:solidFill>
            <a:srgbClr val="7266EA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7040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77440" y="7040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settings.json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377440" y="7863840"/>
            <a:ext cx="13716000" cy="1371600"/>
          </a:xfrm>
          <a:prstGeom prst="rect">
            <a:avLst/>
          </a:prstGeom>
          <a:solidFill>
            <a:srgbClr val="252736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7909560"/>
            <a:ext cx="1325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"statusLine":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"command",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"~/.claude/statusline.sh",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"timeout":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00" y="9646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726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0" y="4114800"/>
            <a:ext cx="1463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claude-code-statusline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5669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5577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github.com/kcchien/claude-code-statusline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0" y="6858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⭐ if you find it useful!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9966960"/>
            <a:ext cx="182880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Shape 6"/>
          <p:cNvSpPr/>
          <p:nvPr/>
        </p:nvSpPr>
        <p:spPr>
          <a:xfrm>
            <a:off x="1828800" y="9966960"/>
            <a:ext cx="1828800" cy="320040"/>
          </a:xfrm>
          <a:prstGeom prst="rect">
            <a:avLst/>
          </a:prstGeom>
          <a:solidFill>
            <a:srgbClr val="74C359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9966960"/>
            <a:ext cx="1828800" cy="320040"/>
          </a:xfrm>
          <a:prstGeom prst="rect">
            <a:avLst/>
          </a:prstGeom>
          <a:solidFill>
            <a:srgbClr val="BABA40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0" y="9966960"/>
            <a:ext cx="1828800" cy="3200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0" y="9966960"/>
            <a:ext cx="1828800" cy="320040"/>
          </a:xfrm>
          <a:prstGeom prst="rect">
            <a:avLst/>
          </a:prstGeom>
          <a:solidFill>
            <a:srgbClr val="EFA118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0" y="9966960"/>
            <a:ext cx="1828800" cy="320040"/>
          </a:xfrm>
          <a:prstGeom prst="rect">
            <a:avLst/>
          </a:prstGeom>
          <a:solidFill>
            <a:srgbClr val="EC7E22"/>
          </a:solidFill>
          <a:ln/>
        </p:spPr>
      </p:sp>
      <p:sp>
        <p:nvSpPr>
          <p:cNvPr id="14" name="Shape 11"/>
          <p:cNvSpPr/>
          <p:nvPr/>
        </p:nvSpPr>
        <p:spPr>
          <a:xfrm>
            <a:off x="10972800" y="9966960"/>
            <a:ext cx="1828800" cy="320040"/>
          </a:xfrm>
          <a:prstGeom prst="rect">
            <a:avLst/>
          </a:prstGeom>
          <a:solidFill>
            <a:srgbClr val="E9652C"/>
          </a:solidFill>
          <a:ln/>
        </p:spPr>
      </p:sp>
      <p:sp>
        <p:nvSpPr>
          <p:cNvPr id="15" name="Shape 12"/>
          <p:cNvSpPr/>
          <p:nvPr/>
        </p:nvSpPr>
        <p:spPr>
          <a:xfrm>
            <a:off x="12801600" y="9966960"/>
            <a:ext cx="18288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Shape 13"/>
          <p:cNvSpPr/>
          <p:nvPr/>
        </p:nvSpPr>
        <p:spPr>
          <a:xfrm>
            <a:off x="14630400" y="9966960"/>
            <a:ext cx="1828800" cy="320040"/>
          </a:xfrm>
          <a:prstGeom prst="rect">
            <a:avLst/>
          </a:prstGeom>
          <a:solidFill>
            <a:srgbClr val="D34232"/>
          </a:solidFill>
          <a:ln/>
        </p:spPr>
      </p:sp>
      <p:sp>
        <p:nvSpPr>
          <p:cNvPr id="17" name="Shape 14"/>
          <p:cNvSpPr/>
          <p:nvPr/>
        </p:nvSpPr>
        <p:spPr>
          <a:xfrm>
            <a:off x="16459200" y="9966960"/>
            <a:ext cx="182880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8229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Code · MIT License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claude-code-statusline</dc:title>
  <dc:subject>PptxGenJS Presentation</dc:subject>
  <dc:creator>KC Chien</dc:creator>
  <cp:lastModifiedBy>KC Chien</cp:lastModifiedBy>
  <cp:revision>1</cp:revision>
  <dcterms:created xsi:type="dcterms:W3CDTF">2026-03-24T01:27:11Z</dcterms:created>
  <dcterms:modified xsi:type="dcterms:W3CDTF">2026-03-24T01:27:11Z</dcterms:modified>
</cp:coreProperties>
</file>